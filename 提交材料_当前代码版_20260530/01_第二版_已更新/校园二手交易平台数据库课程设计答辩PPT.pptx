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98f92c1dee4bc5" /><Relationship Type="http://schemas.openxmlformats.org/officeDocument/2006/relationships/extended-properties" Target="/docProps/app.xml" Id="R6049fcd45eac43f9" /><Relationship Type="http://schemas.openxmlformats.org/officeDocument/2006/relationships/officeDocument" Target="/ppt/presentation.xml" Id="Rf89eb8d573a942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c2dbb09e8740d9"/>
  </p:sldMasterIdLst>
  <p:notesMasterIdLst>
    <p:notesMasterId xmlns:r="http://schemas.openxmlformats.org/officeDocument/2006/relationships" r:id="Rc31c965d79944416"/>
  </p:notesMasterIdLst>
  <p:sldIdLst>
    <p:sldId xmlns:r="http://schemas.openxmlformats.org/officeDocument/2006/relationships" id="256" r:id="R201f1d7edf3443ca"/>
    <p:sldId xmlns:r="http://schemas.openxmlformats.org/officeDocument/2006/relationships" id="257" r:id="Rfda85aad7dfd4f15"/>
    <p:sldId xmlns:r="http://schemas.openxmlformats.org/officeDocument/2006/relationships" id="258" r:id="R4a4892145f7b41e6"/>
    <p:sldId xmlns:r="http://schemas.openxmlformats.org/officeDocument/2006/relationships" id="259" r:id="R1221058e257f4543"/>
    <p:sldId xmlns:r="http://schemas.openxmlformats.org/officeDocument/2006/relationships" id="260" r:id="R79602603cbfd4239"/>
    <p:sldId xmlns:r="http://schemas.openxmlformats.org/officeDocument/2006/relationships" id="261" r:id="R253043f1e654492c"/>
    <p:sldId xmlns:r="http://schemas.openxmlformats.org/officeDocument/2006/relationships" id="262" r:id="R6f60c3ad52904964"/>
    <p:sldId xmlns:r="http://schemas.openxmlformats.org/officeDocument/2006/relationships" id="263" r:id="R6fabe65295c041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2dbb09e8740d9" /><Relationship Type="http://schemas.openxmlformats.org/officeDocument/2006/relationships/theme" Target="/ppt/theme/theme1.xml" Id="Rcad27c9a67bb451f" /><Relationship Type="http://schemas.openxmlformats.org/officeDocument/2006/relationships/notesMaster" Target="/ppt/notesMasters/notesMaster1.xml" Id="Rc31c965d79944416" /><Relationship Type="http://schemas.openxmlformats.org/officeDocument/2006/relationships/presProps" Target="/ppt/presProps.xml" Id="R49f4540087b148b3" /><Relationship Type="http://schemas.openxmlformats.org/officeDocument/2006/relationships/viewProps" Target="/ppt/viewProps.xml" Id="R77dc46adb2ef4de2" /><Relationship Type="http://schemas.openxmlformats.org/officeDocument/2006/relationships/tableStyles" Target="/ppt/tableStyles.xml" Id="R7343fbbc1ffe47d1" /><Relationship Type="http://schemas.openxmlformats.org/officeDocument/2006/relationships/slide" Target="/ppt/slides/slide1.xml" Id="R201f1d7edf3443ca" /><Relationship Type="http://schemas.openxmlformats.org/officeDocument/2006/relationships/slide" Target="/ppt/slides/slide2.xml" Id="Rfda85aad7dfd4f15" /><Relationship Type="http://schemas.openxmlformats.org/officeDocument/2006/relationships/slide" Target="/ppt/slides/slide3.xml" Id="R4a4892145f7b41e6" /><Relationship Type="http://schemas.openxmlformats.org/officeDocument/2006/relationships/slide" Target="/ppt/slides/slide4.xml" Id="R1221058e257f4543" /><Relationship Type="http://schemas.openxmlformats.org/officeDocument/2006/relationships/slide" Target="/ppt/slides/slide5.xml" Id="R79602603cbfd4239" /><Relationship Type="http://schemas.openxmlformats.org/officeDocument/2006/relationships/slide" Target="/ppt/slides/slide6.xml" Id="R253043f1e654492c" /><Relationship Type="http://schemas.openxmlformats.org/officeDocument/2006/relationships/slide" Target="/ppt/slides/slide7.xml" Id="R6f60c3ad52904964" /><Relationship Type="http://schemas.openxmlformats.org/officeDocument/2006/relationships/slide" Target="/ppt/slides/slide8.xml" Id="R6fabe65295c041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8ec5a37493544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abf514955d4d1c" /><Relationship Type="http://schemas.openxmlformats.org/officeDocument/2006/relationships/notesMaster" Target="/ppt/notesMasters/notesMaster1.xml" Id="R153fa5417c4f43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09d7a3a684d63" /><Relationship Type="http://schemas.openxmlformats.org/officeDocument/2006/relationships/notesMaster" Target="/ppt/notesMasters/notesMaster1.xml" Id="R2b885963e11e4b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79d036cc2148c0" /><Relationship Type="http://schemas.openxmlformats.org/officeDocument/2006/relationships/notesMaster" Target="/ppt/notesMasters/notesMaster1.xml" Id="Rdbddcdca2a4245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837d79fa764771" /><Relationship Type="http://schemas.openxmlformats.org/officeDocument/2006/relationships/notesMaster" Target="/ppt/notesMasters/notesMaster1.xml" Id="R7fba53994763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da3ac4821e4f30" /><Relationship Type="http://schemas.openxmlformats.org/officeDocument/2006/relationships/notesMaster" Target="/ppt/notesMasters/notesMaster1.xml" Id="R69f3e6c4e04a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50836c1a644f39" /><Relationship Type="http://schemas.openxmlformats.org/officeDocument/2006/relationships/notesMaster" Target="/ppt/notesMasters/notesMaster1.xml" Id="R4e77a83d3fbc4b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e5984c1e654173" /><Relationship Type="http://schemas.openxmlformats.org/officeDocument/2006/relationships/notesMaster" Target="/ppt/notesMasters/notesMaster1.xml" Id="Rb8ab5db59e3347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d2f08911f84b3e" /><Relationship Type="http://schemas.openxmlformats.org/officeDocument/2006/relationships/notesMaster" Target="/ppt/notesMasters/notesMaster1.xml" Id="Re161289e1c954c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c47df8b72449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954f12846f44d0f" /><Relationship Type="http://schemas.openxmlformats.org/officeDocument/2006/relationships/slideLayout" Target="/ppt/slideLayouts/slideLayout2.xml" Id="R30629941d9f444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629941d9f444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72cec0c12740c4" /><Relationship Type="http://schemas.openxmlformats.org/officeDocument/2006/relationships/image" Target="/ppt/media/image.png" Id="R1e86f6e9d5a14619" /><Relationship Type="http://schemas.openxmlformats.org/officeDocument/2006/relationships/notesSlide" Target="/ppt/notesSlides/notesSlide1.xml" Id="Rf22c9a40ef8043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5b3809280b476a" /><Relationship Type="http://schemas.openxmlformats.org/officeDocument/2006/relationships/image" Target="/ppt/media/image2.png" Id="Rd03c21dd36604901" /><Relationship Type="http://schemas.openxmlformats.org/officeDocument/2006/relationships/notesSlide" Target="/ppt/notesSlides/notesSlide2.xml" Id="R31dad8defd7d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c385accc794f7d" /><Relationship Type="http://schemas.openxmlformats.org/officeDocument/2006/relationships/notesSlide" Target="/ppt/notesSlides/notesSlide3.xml" Id="Rffc2267c832044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75ea82b3a483c" /><Relationship Type="http://schemas.openxmlformats.org/officeDocument/2006/relationships/image" Target="/ppt/media/image3.png" Id="R9de15fd4261e44bb" /><Relationship Type="http://schemas.openxmlformats.org/officeDocument/2006/relationships/notesSlide" Target="/ppt/notesSlides/notesSlide4.xml" Id="R7adf0c200be9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29c98fe4e74158" /><Relationship Type="http://schemas.openxmlformats.org/officeDocument/2006/relationships/notesSlide" Target="/ppt/notesSlides/notesSlide5.xml" Id="R7bd0432da24649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808eda2c254fc9" /><Relationship Type="http://schemas.openxmlformats.org/officeDocument/2006/relationships/notesSlide" Target="/ppt/notesSlides/notesSlide6.xml" Id="Rab90e326f477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6d69de465a4e86" /><Relationship Type="http://schemas.openxmlformats.org/officeDocument/2006/relationships/notesSlide" Target="/ppt/notesSlides/notesSlide7.xml" Id="R1aafb3cc848b4e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a96b2dc474bf5" /><Relationship Type="http://schemas.openxmlformats.org/officeDocument/2006/relationships/notesSlide" Target="/ppt/notesSlides/notesSlide8.xml" Id="Ra1664a00ab0a4f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F0710-C59A-42B0-B1C6-6B34FFA7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FF60C-1F58-4F1D-A619-A190A5CF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79C6C-00FB-4FCD-926C-0CB904D4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校园二手交易平台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64F65-86D0-43ED-A9B1-110A3A43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9E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9E5"/>
                </a:solidFill>
                <a:latin typeface="Aptos"/>
                <a:ea typeface="Aptos"/>
                <a:cs typeface="Aptos"/>
              </a:rPr>
              <a:t>数据库设计与实现 · 当前代码版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937A2-F6DD-4E11-A484-0331A9EE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47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9EF03-7888-4436-AF8A-CD8EC9C0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26C95-7651-4297-8DA2-ED8EE5F2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2133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5 张运行表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8D933-62F0-4C38-9A41-ADB7242C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91175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users / categories / products / orders / 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C58A8-FD06-416B-B322-D3560003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F94C5-DCF2-47E7-AEF5-66EF8352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2667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2E67F-7354-4631-9317-E5C29041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67325"/>
            <a:ext cx="2324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本地多图上传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39941-1EDF-4122-886F-E443F1AA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最多 4 张图，路径存入 products.image_url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BAA28-315B-4D81-B116-14A796C0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52D16-9446-411E-869C-78FDDAC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123953-4817-4339-9197-B5859A2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6732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完整交易演示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8E8EB-D08C-47C6-BBA5-1C08C73C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91175"/>
            <a:ext cx="251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下单、余额支付、确认收货、卖家收款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6f6e9d5a14619"/>
          <a:srcRect xmlns:a="http://schemas.openxmlformats.org/drawingml/2006/main" l="5455" t="0" r="54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781050"/>
            <a:ext cx="3333750" cy="23812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E1AAF-2467-4F49-964D-5AA27F35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数据库名：secondhand · Flask + MySQL 5.6</a:t>
            </a:r>
          </a:p>
        </p:txBody>
      </p:sp>
    </p:spTree>
    <p:extLst>
      <p:ext uri="{BB962C8B-B14F-4D97-AF65-F5344CB8AC3E}">
        <p14:creationId xmlns:p14="http://schemas.microsoft.com/office/powerpoint/2010/main" val="9834425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EA6B71-3777-4EC3-A16C-72A71A47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A7AE4-CAD2-4E79-93F8-558BE187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F74C2-432E-443C-9FE0-8762A35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01 / 功能范围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5DF57-4E4F-4C50-8751-08E5ED80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当前版本以可运行网站为准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6F297-42DD-43C2-954B-6953172B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85401-E10B-4622-8CEB-2C03573F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83985-F694-4BC7-BC1F-A69A6720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51CD4-2471-4D8C-96A3-C87BEE71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账号与个人中心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D07AB-D543-4D43-B9F9-60D2E21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注册登录、退出、修改昵称/手机号、修改密码。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25452-6EAD-4D42-9029-28C54524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9D1A8-66CE-497F-B579-1DFAAEB8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24602-D206-4E54-86AD-A327ADFE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F22DD-4360-4BEC-8B40-7AED9208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本地上传多张图片，保留图片链接兜底。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F804C-D0CA-4AA6-B906-5B4B6442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9D14C-1867-4B9D-820F-26E878A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0BD89-08CC-4B1E-9422-E4CEFA22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92CB5-266D-4FCB-8A7B-AB2F9BA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编辑、删除、下架后重新上架。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1AA5B-E0D5-46A6-8D95-7F9E27A5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C0A3E-04AE-4626-B427-1AE67AD3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2382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9D7A2-0DD4-4FFC-A123-9570C492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09700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订单支付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F2A24-B13B-4160-9152-09BE172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余额支付、平台托管、确认收货后打款。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c21dd36604901"/>
          <a:stretch xmlns:a="http://schemas.openxmlformats.org/drawingml/2006/main"/>
        </p:blipFill>
        <p:spPr>
          <a:xfrm xmlns:a="http://schemas.openxmlformats.org/drawingml/2006/main">
            <a:off x="952500" y="3383426"/>
            <a:ext cx="4524375" cy="2186649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7499A-CA71-4A13-B009-7360E944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B1968C-17BE-4343-BEB1-3DD448AD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分类新增“其他”，演示商品更贴近校园场景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C3A54-010D-49FE-9551-EEDC47D5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81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A8F105-7AE1-4AF2-9208-89CCEE1F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338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上传图片路径清晰：static/uploads 保存用户图片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0241F3-1920-4E13-A774-588ACE4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83D809-A724-492D-B202-DCBD42E9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91025"/>
            <a:ext cx="476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商品图片展示改为完整多图浏览，不只显示一张</a:t>
            </a:r>
          </a:p>
        </p:txBody>
      </p:sp>
    </p:spTree>
    <p:extLst>
      <p:ext uri="{BB962C8B-B14F-4D97-AF65-F5344CB8AC3E}">
        <p14:creationId xmlns:p14="http://schemas.microsoft.com/office/powerpoint/2010/main" val="8304571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4D35AA-BE32-4259-882E-659570E3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97608-C151-4BBD-890F-98C58069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3DA7D-A303-4C1B-8A95-FFA0A59B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02 / 数据库口径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D8C37-6D58-456D-97B9-536CC269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数据库结构从旧版 10 表收敛为当前 5 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544CD-9E56-4CE4-9F19-E1F522C3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97CA9-66AD-4B2E-9CCE-CCED8ACE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81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58A6F-D5FB-49E6-BC1B-FD2E3273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4954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BCD94-6269-48CF-8960-B3904681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763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用户、密码摘要、昵称、余额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2ED44-4272-48A1-A9D9-67D9427A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002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8844-A50D-45CF-A7D9-8CCF4DD75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9120D-655F-4BBD-8C97-EFDB51F4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764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01F5A-4A6E-40F8-AD0B-572F599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574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商品分类，包含其他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C7C09-B2B0-4F2D-AE14-3E00F9F8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812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3D811-21AF-4223-AE1B-AB1A0FF3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1C9EF-E6A0-4448-8A87-F01167D4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575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7D952-F84A-4821-815F-03E79DD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384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商品主体、多图路径、状态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63822-8099-4FD1-802F-68683667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623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B4B62-39C1-401C-845C-2429198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B96F70-46E5-4B7C-A1DC-15EC0954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3857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36F52-63A9-4473-A56C-95F320E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95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订单、买卖双方、金额、地址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3EBC6-7233-4754-AD8D-117D4AD8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94335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10F38-3272-4C8B-8110-73AA656C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53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62334-BEF1-4816-A756-86BBD1A5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96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DA8062-10D3-4A74-91CF-06124039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005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余额支付流水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EB4084-C623-4CB7-9E5B-3CEB7E04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24400"/>
            <a:ext cx="571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0E276-BB44-4301-86C0-33495193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885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当前报告、PPT 和 ER 图全部按这个口径更新；旧版 10 表材料只放在参考目录。</a:t>
            </a:r>
          </a:p>
        </p:txBody>
      </p:sp>
    </p:spTree>
    <p:extLst>
      <p:ext uri="{BB962C8B-B14F-4D97-AF65-F5344CB8AC3E}">
        <p14:creationId xmlns:p14="http://schemas.microsoft.com/office/powerpoint/2010/main" val="1169666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47C3C-99E0-4E32-8F79-575CB24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2B3F9-82D0-406C-9933-D066D826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F1516-DBA8-46D7-B30C-E7F4F29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03 / ER 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D6B9F-782C-4B45-9B45-39A1C8E3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ER 图展示当前实际运行的表和外键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07F84-E90F-4DAE-BC79-FD81D37E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15fd4261e44bb"/>
          <a:stretch xmlns:a="http://schemas.openxmlformats.org/drawingml/2006/main"/>
        </p:blipFill>
        <p:spPr>
          <a:xfrm xmlns:a="http://schemas.openxmlformats.org/drawingml/2006/main">
            <a:off x="1993446" y="1123950"/>
            <a:ext cx="7633607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B3A62-7E43-413E-A542-680A6E2D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96000"/>
            <a:ext cx="866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重点：多图没有单独 product_images 表；图片路径集中保存在 products.image_url。</a:t>
            </a:r>
          </a:p>
        </p:txBody>
      </p:sp>
    </p:spTree>
    <p:extLst>
      <p:ext uri="{BB962C8B-B14F-4D97-AF65-F5344CB8AC3E}">
        <p14:creationId xmlns:p14="http://schemas.microsoft.com/office/powerpoint/2010/main" val="6947994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2A1617-653B-4C12-BC43-A8270044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C1C59-62B5-496D-8B0E-7C1BD874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3E194-548E-4227-B096-594EFEF5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04 / 图片设计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69C2C-ED29-4189-9135-CC5B18A6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图片上传改成更适合真实使用的本地多图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F834B-AAB2-46A2-831B-07901D9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61FB0-9841-4FF7-AD43-EF09FF7D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FF7F7-AED8-4B69-82FC-04C24150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28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389DBC-8180-4649-B65E-BF24C443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6002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上传体验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9C8A9-52B0-47CA-99D6-3795132A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9240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可一次选择多张，也可编辑时追加新图；不会因为后选一张就覆盖前面的图。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7ED5A-BD7D-4D31-9F6F-ACFACFBC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F355D-4916-49DC-8982-7CBF368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F6EFE-E5E7-448D-B06D-608D0BAC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存储路径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CE2D3-14BF-4C35-9B81-3BDA484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9240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用户上传：代码/static/uploads；演示商品：代码/static/product_images。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1CA5A-128F-4DC3-8EC6-8F668403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8C7E2-9283-4F1B-96B0-19E63422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91AAF-4CA8-40A4-A7AC-81BA1F6A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6002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数据库字段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C09A1-65C0-41F1-AF3C-493FD411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24050"/>
            <a:ext cx="2514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products.image_url 保存 /static/... 路径，多张图片用 | 分隔。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BFD85-3B77-4C03-AAC2-BE091EC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52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5D5DA-DDE5-489B-B72A-7081594A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052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每个商品最多保留 4 张图片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F23101-3276-48E7-98B7-84F939E9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2DF2D5-8F71-4AD4-B2F9-9AF1863F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3624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应用上传总限制提升到 20MB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E13EA-E688-4DDA-BE8E-513E07DC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67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4F95AC-0295-44D0-BA27-94BB48CE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1965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编辑页支持保留/删除旧图并追加新图</a:t>
            </a:r>
          </a:p>
        </p:txBody>
      </p:sp>
    </p:spTree>
    <p:extLst>
      <p:ext uri="{BB962C8B-B14F-4D97-AF65-F5344CB8AC3E}">
        <p14:creationId xmlns:p14="http://schemas.microsoft.com/office/powerpoint/2010/main" val="12227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C8BEC-9704-42A6-8A00-4BCC39E8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D0CA7-705D-462D-8830-FD4598C8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6D750-5066-4E75-88C3-356EBF0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05 / 交易状态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88A55-FE90-43F8-8593-309A17B5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商品和订单状态让交易流程可控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F5B8D-8E57-4FD6-A23E-D642E37A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FAF52-2B48-4B6E-B2AE-43172C75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6BF43-F919-49D7-92F1-0D5FE95F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on_sale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9D10C4-7161-479F-90FA-D5E1F420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在售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683C1-9CCC-4A7A-BB1B-712A8E3F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CB37E-3DF8-4EF8-83AD-FA112DC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D3D79-90EF-4541-8C4C-9419803E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B382B-1EA0-475B-AE0D-50D1D90B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下单锁定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2077A-E138-486C-9EAF-53A4E702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4CC5C9-A116-450B-8DE4-6E93FFF9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93422C-B589-4A7A-B277-F8CC46C5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49823-7543-4D85-AA5D-8D1714CD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余额支付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73956-76BE-410C-9EAC-88CBFA08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8F528-AB71-40C6-82D4-B648BE35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1ACB2-EFC8-4A2B-8A10-A833C9D5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3EA56-4639-4F97-8925-D36CA89C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确认收货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55AA96-1AAF-4541-B725-0AABB3CA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050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F0117-8D1E-43D0-B521-050200C2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3A7A3-4A96-4F7C-8F4D-7706000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3362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C82EC-AA23-415F-ACBB-ADE2527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0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商品售出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51DC9C-1BE6-482A-9A4B-1CE00237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87052-3CB8-47E9-9C2E-719300A5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9F71A-1A74-4E2D-90E6-22A1B67E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767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取消与下架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B1188-4348-4528-B0B0-5A51DBCF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00550"/>
            <a:ext cx="365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待支付订单取消后商品回到 on_sale；卖家下架为 removed，后续可以重新上架。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0F57D9-3E05-4128-A75E-06CDC2E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FBCB72-892D-4C6D-8AB1-2574DBF9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DF3083-0B1B-4F06-B6D7-ED777F5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资金流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9CFBB2-F0EC-4445-BF0D-4DCCE8AF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3657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支付先扣买家余额，确认收货后再给卖家增加余额，贴近平台托管模式。</a:t>
            </a:r>
          </a:p>
        </p:txBody>
      </p:sp>
    </p:spTree>
    <p:extLst>
      <p:ext uri="{BB962C8B-B14F-4D97-AF65-F5344CB8AC3E}">
        <p14:creationId xmlns:p14="http://schemas.microsoft.com/office/powerpoint/2010/main" val="9101770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233B56-07F8-46C0-8CDA-A569C112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80ACA-13A0-4CA8-ADD8-BAD5D482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F0687-57D2-40AB-BFE5-816A869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06 / 演示数据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4EAD8-502A-4D3C-9B3D-EF375AE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初始化数据服务演示，不再像测试占位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14E85-CE46-4420-8AA8-8DF90ABD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D33B-C571-4672-88AF-923E83FD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A3346-B7A3-45BA-87E2-C6CF2C87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08520-37EB-402F-9EF4-85E59216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525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演示账号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8A944-4530-4709-8EFD-D59302B5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76425"/>
            <a:ext cx="2514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alice / bob / carol，密码均为 123456，初始余额 5000 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8CF71-4F94-4C1B-9547-B44777E2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FA3A2-86AA-462B-B985-487717C9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642D5-3766-4A4D-A95A-F4AF24CE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525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商品类型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6E497-52D7-44D9-B016-E1A937CB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76425"/>
            <a:ext cx="2514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手机、教材、鼠标、自行车、鞋、台灯、宿舍折叠桌板。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98C1D8-B428-4053-8BDE-EBA2D66F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9CC15-64BE-484B-B23B-7A10A32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16ECC-5EFB-4BE3-8AC2-7DEABCD1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525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60D20-A95C-4380-BC12-6909825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76425"/>
            <a:ext cx="2514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数码电子、图书教材、服饰鞋包、运动户外、生活家居、美妆个护、其他。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D47FA-73F3-4379-AD89-EAB5CCFF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68F40-F44D-414C-86D1-6BF42796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8100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init_db.py 会重建 secondhand 数据库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E5B09-4AA4-4F07-8E3D-680D289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EE626-B2E2-42F0-B3DB-72976423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2672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schema.sql 是当前网站实际使用的建表文件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778A0-48C1-44EC-AE3F-3DE0440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72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2AEB6-A236-4CEA-A077-DF9C0A99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7244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用户上传图片不随代码备份，避免把运行数据混进 GitHub</a:t>
            </a:r>
          </a:p>
        </p:txBody>
      </p:sp>
    </p:spTree>
    <p:extLst>
      <p:ext uri="{BB962C8B-B14F-4D97-AF65-F5344CB8AC3E}">
        <p14:creationId xmlns:p14="http://schemas.microsoft.com/office/powerpoint/2010/main" val="1053491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49E04-E1AF-47BB-BA28-AB76906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F9216-7DF9-4C90-9619-DFEAF22D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C96C4-3892-4AD0-88DE-E51CD4C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6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6B6F"/>
                </a:solidFill>
                <a:latin typeface="Aptos"/>
                <a:ea typeface="Aptos"/>
                <a:cs typeface="Aptos"/>
              </a:rPr>
              <a:t>07 / 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E4009-F050-45C8-AEF0-E3B78D97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答辩收束：当前版本是可运行、可演示、可继续扩展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81DCE-9BE0-4B85-8A9E-C33C8BA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4BCD0-11B2-420B-B751-51B71DEC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7A88E-C309-44AA-A7E8-9508D66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31218-BC05-4EA3-B8E3-DB884F4E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00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已经完成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02921-0ED1-4F02-96DA-EFDE9FDF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240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5 表数据库、真实商品图、多图上传、商品管理、余额交易、个人资料修改。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063F5-7694-4F07-8846-04E7FC6C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AE59D-AA31-458A-B4BA-43F9A733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1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052F0-D205-4982-ABDD-E5320CC0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600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设计取舍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14FFD-F665-46FA-8598-16533895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9240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为了保证网站稳定运行，当前版把图片多图用 image_url 文本字段承载。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1B3836-6E5D-49B2-A0FF-FD6E2E73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39A82-7429-47F4-A35B-531A14E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28750"/>
            <a:ext cx="2952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B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CA56D-4E7B-4BC8-A9BF-915A1E23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002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后续扩展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4BF26-7816-40A8-8A38-B6C048C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9240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收藏、消息、评价、管理员审核可以作为新增表继续扩展。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A7CFE-55A3-48AF-A67C-95BB8EA9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23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一句话：当前提交材料已经和代码一致，展示时以 secondhand 数据库和 5 张运行表为准。</a:t>
            </a:r>
          </a:p>
        </p:txBody>
      </p:sp>
    </p:spTree>
    <p:extLst>
      <p:ext uri="{BB962C8B-B14F-4D97-AF65-F5344CB8AC3E}">
        <p14:creationId xmlns:p14="http://schemas.microsoft.com/office/powerpoint/2010/main" val="1817308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2026-05-30T12:39:53.1440000Z</dcterms:created>
  <dcterms:modified xsi:type="dcterms:W3CDTF">2026-05-30T12:39:53.1440000Z</dcterms:modified>
</coreProperties>
</file>